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긴 원문은 잘라서 성공으로 표시하지 않습니다. 긴 원문은 잘라서 성공으로 표시하지 않습니다. 긴 원문은 잘라서 성공으로 표시하지 않습니다. 긴 원문은 잘라서 성공으로 표시하지 않습니다. 긴 원문은 잘라서 성공으로 표시하지 않습니다. 긴 원문은 잘라서 성공으로 표시하지 않습니다. 긴 원문은 잘라서 성공으로 표시하지 않습니다. 긴 원문은 잘라서 성공으로 표시하지 않습니다. </a:t>
            </a:r>
            <a:endParaRPr lang="ko-KR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f-authored fixture">
  <a:themeElements>
    <a:clrScheme name="Fixture">
      <a:dk1>
        <a:srgbClr val="222222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ystem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