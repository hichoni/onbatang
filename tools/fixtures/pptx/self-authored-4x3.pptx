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절차대로 선물 포장하기</a:t>
            </a:r>
            <a:endParaRPr lang="ko-KR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f-authored text"/>
          <p:cNvSpPr txBox="1"/>
          <p:nvPr/>
        </p:nvSpPr>
        <p:spPr>
          <a:xfrm>
            <a:off x="685800" y="685800"/>
            <a:ext cx="7772400" cy="4800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ko-KR" sz="2400"/>
              <a:t>가장 먼저 해야 할 일은 무엇일까요?</a:t>
            </a:r>
            <a:endParaRPr lang="ko-KR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lf-authored fixture">
  <a:themeElements>
    <a:clrScheme name="Fixture">
      <a:dk1>
        <a:srgbClr val="222222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ystem font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