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직접 만든 1쪽: 쪽 선택과 원본 순서 검증</a:t>
            </a:r>
            <a:endParaRPr lang="ko-KR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직접 만든 2쪽: 쪽 선택과 원본 순서 검증</a:t>
            </a:r>
            <a:endParaRPr lang="ko-KR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직접 만든 3쪽: 쪽 선택과 원본 순서 검증</a:t>
            </a:r>
            <a:endParaRPr lang="ko-KR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직접 만든 4쪽: 쪽 선택과 원본 순서 검증</a:t>
            </a:r>
            <a:endParaRPr lang="ko-KR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직접 만든 5쪽: 쪽 선택과 원본 순서 검증</a:t>
            </a:r>
            <a:endParaRPr lang="ko-KR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직접 만든 6쪽: 쪽 선택과 원본 순서 검증</a:t>
            </a:r>
            <a:endParaRPr lang="ko-KR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직접 만든 7쪽: 쪽 선택과 원본 순서 검증</a:t>
            </a:r>
            <a:endParaRPr lang="ko-KR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직접 만든 8쪽: 쪽 선택과 원본 순서 검증</a:t>
            </a:r>
            <a:endParaRPr lang="ko-KR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직접 만든 9쪽: 쪽 선택과 원본 순서 검증</a:t>
            </a:r>
            <a:endParaRPr lang="ko-KR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직접 만든 10쪽: 쪽 선택과 원본 순서 검증</a:t>
            </a:r>
            <a:endParaRPr lang="ko-KR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직접 만든 11쪽: 쪽 선택과 원본 순서 검증</a:t>
            </a:r>
            <a:endParaRPr lang="ko-KR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직접 만든 12쪽: 쪽 선택과 원본 순서 검증</a:t>
            </a:r>
            <a:endParaRPr lang="ko-KR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직접 만든 13쪽: 쪽 선택과 원본 순서 검증</a:t>
            </a:r>
            <a:endParaRPr lang="ko-KR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직접 만든 14쪽: 쪽 선택과 원본 순서 검증</a:t>
            </a:r>
            <a:endParaRPr lang="ko-KR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직접 만든 15쪽: 쪽 선택과 원본 순서 검증</a:t>
            </a:r>
            <a:endParaRPr lang="ko-KR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직접 만든 16쪽: 쪽 선택과 원본 순서 검증</a:t>
            </a:r>
            <a:endParaRPr lang="ko-KR"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직접 만든 17쪽: 쪽 선택과 원본 순서 검증</a:t>
            </a:r>
            <a:endParaRPr lang="ko-KR"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직접 만든 18쪽: 쪽 선택과 원본 순서 검증</a:t>
            </a:r>
            <a:endParaRPr lang="ko-KR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직접 만든 19쪽: 쪽 선택과 원본 순서 검증</a:t>
            </a:r>
            <a:endParaRPr lang="ko-KR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직접 만든 20쪽: 쪽 선택과 원본 순서 검증</a:t>
            </a:r>
            <a:endParaRPr lang="ko-KR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직접 만든 21쪽: 쪽 선택과 원본 순서 검증</a:t>
            </a:r>
            <a:endParaRPr lang="ko-KR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lf-authored fixture">
  <a:themeElements>
    <a:clrScheme name="Fixture">
      <a:dk1>
        <a:srgbClr val="222222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ystem font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Plai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